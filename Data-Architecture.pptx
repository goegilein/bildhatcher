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787ED-2A3A-4C6A-B11E-91F058182556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07D63-0B53-4FAB-BF55-8A61B0E7B9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41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07D63-0B53-4FAB-BF55-8A61B0E7B94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164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EA2FA-B56A-BA46-AB1E-33DFE02FBC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484ADC-C7EC-00AC-E1EF-C411DC7D9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9FF605-139E-C636-1026-AA291DF1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2D0F37-7EF9-C627-D668-1FBBC716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D79CEC-A90D-BF3C-3A09-128FBBAA3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51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1C9049-9EF4-652D-486D-9DD826A0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E2D41E-498E-00C5-E397-A95245AC6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5700D5-CE92-5692-B548-B674156A3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068764-39EC-65D3-C163-4B5BE95C9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2A182D-38B9-C801-2B4D-9AC5BBC4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454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0EC2A-2C0C-A78C-9913-4B2D6CB3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A8707D-CFA3-433A-805A-21A8415AB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A7E6D3-C4B7-C318-1CC4-757FE0E0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D320F1-3B99-BA84-269F-A2209884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1E5A74-BAAE-67EB-0380-84DFAB91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21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F7E728-2389-A4B1-F8A8-D8E2428E5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8CAF92-1B28-557D-F24C-32E220A3D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8E4CD9B-46AE-0513-540F-0C95E3215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AA37DE-63F0-4C32-8214-895D04E4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F6BA15-E8E6-5571-0224-8B483EC5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B7F55F-2E4A-F090-B416-AE6257FB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29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EBCC8B-1BB4-9277-4550-D7DD3BEC6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CDF3C86-8F39-350A-BA7D-2055079C5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643BD6-2ED0-0070-65CA-61262DEE9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941CB1-BA35-C087-901D-14418891F8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896655D-E3F7-F28A-2507-4ACF6EC7F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2F7C514-1123-F95E-EEA1-B22DA55C5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4455477-4669-3A84-6382-38E72EB2F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9A260CF-4C25-B7B9-D0AA-E205751C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7831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FB418-C4C8-1CD0-9B58-15EC3B38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F3005B-212B-058E-AF13-34627422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3F822F-6194-3556-1E2A-1C8DEF38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AB99342-534F-BBC9-32F4-8D23C4D57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888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2B371CE-1EE6-6486-5A43-F64A3300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CDD8D1D-5E20-D8A8-660C-30C395E2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CC3504-2AD7-8C9A-A02F-82E64BB4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735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04CF1E-E245-566D-B6C6-9C4BB5C6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C3277C-EBE9-F24A-CDD6-061989CCE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683D66-995C-C895-2BC3-95C7AA52B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45D29E-BE2B-1969-9D9D-4EDB3758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0056FC-8D4B-49FB-0ACE-B9D390F2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BFC15D-C905-5B77-DA7D-EDAEB342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652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346D2-709D-14A2-231E-9B075054C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5505682-C444-BB7D-8216-A1790C0B7E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F1F460-F510-724C-AAFC-47B8ABEE2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CE9D98-5EC6-35F6-039C-0BCD1A40F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16197C-1506-6FC7-2079-C1B4319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FBB53C-6CC1-D3BF-DC19-536F3DC1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386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57669-660B-E40E-B0F5-0B6D23EDB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F4E570-81F3-38B6-105B-3C9D95CBA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56B20A-B9F8-5AFF-1730-1EADB50D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CECCE2-8A55-EE09-32F8-86A8D23F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047873-B2FF-4D0D-767B-91EEBE8F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579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562D316-9201-219B-8D4A-242A8A541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40606D-A7D3-69D2-013B-C6F777D2B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93FCA3-7C5F-297E-4E11-5272F9A20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391233-D370-F181-169B-F5B320EEE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EB277C-C6D9-4140-8557-D60F5DB9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61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B4F39E8-E9E4-3C18-0571-AB417953A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E43B99-5FC2-02AA-E6E7-040D3F45F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4588C5-E3D4-4194-4508-81A4A7C4A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8C990-C52E-4646-A1CE-B9CA6E176D10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845A6C-2359-2E08-42AA-823EDFB51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33C58B-0591-56F1-1D2F-723426F670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F315C-DDA8-4D95-AEAA-5720759FCD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148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hteck 132">
            <a:extLst>
              <a:ext uri="{FF2B5EF4-FFF2-40B4-BE49-F238E27FC236}">
                <a16:creationId xmlns:a16="http://schemas.microsoft.com/office/drawing/2014/main" id="{60CE8A41-9C91-0407-8D0B-3B20EEDC485C}"/>
              </a:ext>
            </a:extLst>
          </p:cNvPr>
          <p:cNvSpPr/>
          <p:nvPr/>
        </p:nvSpPr>
        <p:spPr>
          <a:xfrm>
            <a:off x="3937790" y="0"/>
            <a:ext cx="8237536" cy="6858000"/>
          </a:xfrm>
          <a:prstGeom prst="rect">
            <a:avLst/>
          </a:prstGeom>
          <a:solidFill>
            <a:srgbClr val="FFFF00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7152C8B8-3B96-656B-0A4C-14807A2A4C97}"/>
              </a:ext>
            </a:extLst>
          </p:cNvPr>
          <p:cNvCxnSpPr>
            <a:cxnSpLocks/>
            <a:stCxn id="74" idx="3"/>
          </p:cNvCxnSpPr>
          <p:nvPr/>
        </p:nvCxnSpPr>
        <p:spPr>
          <a:xfrm flipH="1">
            <a:off x="5082942" y="2304764"/>
            <a:ext cx="479107" cy="149944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Gerade Verbindung mit Pfeil 129">
            <a:extLst>
              <a:ext uri="{FF2B5EF4-FFF2-40B4-BE49-F238E27FC236}">
                <a16:creationId xmlns:a16="http://schemas.microsoft.com/office/drawing/2014/main" id="{2647CE2E-2BD1-2A16-8B90-1D26E1EDCFE2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5065225" y="1009988"/>
            <a:ext cx="262108" cy="2940817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hteck 133">
            <a:extLst>
              <a:ext uri="{FF2B5EF4-FFF2-40B4-BE49-F238E27FC236}">
                <a16:creationId xmlns:a16="http://schemas.microsoft.com/office/drawing/2014/main" id="{B4675EBC-03B5-983B-CFF2-BA05D6048C0A}"/>
              </a:ext>
            </a:extLst>
          </p:cNvPr>
          <p:cNvSpPr/>
          <p:nvPr/>
        </p:nvSpPr>
        <p:spPr>
          <a:xfrm>
            <a:off x="12385" y="0"/>
            <a:ext cx="3921121" cy="6858000"/>
          </a:xfrm>
          <a:prstGeom prst="rect">
            <a:avLst/>
          </a:prstGeom>
          <a:solidFill>
            <a:schemeClr val="accent4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5C30B06C-5935-FAC4-19E7-C99096BF3EFE}"/>
              </a:ext>
            </a:extLst>
          </p:cNvPr>
          <p:cNvCxnSpPr>
            <a:cxnSpLocks/>
          </p:cNvCxnSpPr>
          <p:nvPr/>
        </p:nvCxnSpPr>
        <p:spPr>
          <a:xfrm flipH="1">
            <a:off x="4474351" y="929525"/>
            <a:ext cx="951215" cy="809670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2CB0A3CF-937A-7FA4-BF79-2FD0E798CED2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9002353" y="4531428"/>
            <a:ext cx="0" cy="125693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4E1C004B-8809-22B6-F5A0-BC1FDABE7CD8}"/>
              </a:ext>
            </a:extLst>
          </p:cNvPr>
          <p:cNvCxnSpPr>
            <a:cxnSpLocks/>
          </p:cNvCxnSpPr>
          <p:nvPr/>
        </p:nvCxnSpPr>
        <p:spPr>
          <a:xfrm flipH="1" flipV="1">
            <a:off x="4732868" y="1807631"/>
            <a:ext cx="700149" cy="582298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1EB3029-FC42-6A5E-DD4E-BD26F137BB28}"/>
              </a:ext>
            </a:extLst>
          </p:cNvPr>
          <p:cNvSpPr/>
          <p:nvPr/>
        </p:nvSpPr>
        <p:spPr>
          <a:xfrm>
            <a:off x="1347837" y="5832317"/>
            <a:ext cx="2581368" cy="10256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Point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Class </a:t>
            </a:r>
            <a:r>
              <a:rPr lang="de-DE" sz="1200" dirty="0" err="1">
                <a:solidFill>
                  <a:schemeClr val="tx1"/>
                </a:solidFill>
              </a:rPr>
              <a:t>with</a:t>
            </a:r>
            <a:r>
              <a:rPr lang="de-DE" sz="1200" dirty="0">
                <a:solidFill>
                  <a:schemeClr val="tx1"/>
                </a:solidFill>
              </a:rPr>
              <a:t> Properties:</a:t>
            </a:r>
          </a:p>
          <a:p>
            <a:pPr algn="ctr"/>
            <a:r>
              <a:rPr lang="de-DE" sz="800" dirty="0" err="1">
                <a:solidFill>
                  <a:schemeClr val="tx1"/>
                </a:solidFill>
              </a:rPr>
              <a:t>x,y,z,m</a:t>
            </a:r>
            <a:r>
              <a:rPr lang="de-DE" sz="800" dirty="0">
                <a:solidFill>
                  <a:schemeClr val="tx1"/>
                </a:solidFill>
              </a:rPr>
              <a:t>(jump/</a:t>
            </a:r>
            <a:r>
              <a:rPr lang="de-DE" sz="800" dirty="0" err="1">
                <a:solidFill>
                  <a:schemeClr val="tx1"/>
                </a:solidFill>
              </a:rPr>
              <a:t>mark</a:t>
            </a:r>
            <a:r>
              <a:rPr lang="de-DE" sz="800" dirty="0">
                <a:solidFill>
                  <a:schemeClr val="tx1"/>
                </a:solidFill>
              </a:rPr>
              <a:t>), r ,g ,b, </a:t>
            </a:r>
            <a:r>
              <a:rPr lang="de-DE" sz="800" dirty="0" err="1">
                <a:solidFill>
                  <a:schemeClr val="tx1"/>
                </a:solidFill>
              </a:rPr>
              <a:t>speed</a:t>
            </a:r>
            <a:r>
              <a:rPr lang="de-DE" sz="800" dirty="0">
                <a:solidFill>
                  <a:schemeClr val="tx1"/>
                </a:solidFill>
              </a:rPr>
              <a:t>, power, </a:t>
            </a:r>
            <a:r>
              <a:rPr lang="de-DE" sz="1000" dirty="0">
                <a:solidFill>
                  <a:schemeClr val="tx1"/>
                </a:solidFill>
              </a:rPr>
              <a:t>power</a:t>
            </a:r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FD2C35ED-A8F4-F889-F080-943EE0BA4EB6}"/>
              </a:ext>
            </a:extLst>
          </p:cNvPr>
          <p:cNvSpPr/>
          <p:nvPr/>
        </p:nvSpPr>
        <p:spPr>
          <a:xfrm>
            <a:off x="1347837" y="4469770"/>
            <a:ext cx="2581368" cy="10256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Polyline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List </a:t>
            </a:r>
            <a:r>
              <a:rPr lang="de-DE" sz="1200" dirty="0" err="1">
                <a:solidFill>
                  <a:schemeClr val="tx1"/>
                </a:solidFill>
              </a:rPr>
              <a:t>of</a:t>
            </a:r>
            <a:r>
              <a:rPr lang="de-DE" sz="1200" dirty="0">
                <a:solidFill>
                  <a:schemeClr val="tx1"/>
                </a:solidFill>
              </a:rPr>
              <a:t> Point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1BBEE24-9A55-123A-E700-E5F06DBE802D}"/>
              </a:ext>
            </a:extLst>
          </p:cNvPr>
          <p:cNvSpPr/>
          <p:nvPr/>
        </p:nvSpPr>
        <p:spPr>
          <a:xfrm>
            <a:off x="1347837" y="3171034"/>
            <a:ext cx="2581368" cy="10256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line_collection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List </a:t>
            </a:r>
            <a:r>
              <a:rPr lang="de-DE" sz="1200" dirty="0" err="1">
                <a:solidFill>
                  <a:schemeClr val="tx1"/>
                </a:solidFill>
              </a:rPr>
              <a:t>of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Polyline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8CC08F83-69F4-A206-12FB-85C2FD8437C7}"/>
              </a:ext>
            </a:extLst>
          </p:cNvPr>
          <p:cNvSpPr/>
          <p:nvPr/>
        </p:nvSpPr>
        <p:spPr>
          <a:xfrm>
            <a:off x="1347837" y="1861863"/>
            <a:ext cx="2581368" cy="10256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HatchCluster</a:t>
            </a:r>
            <a:br>
              <a:rPr lang="de-DE" b="1" dirty="0">
                <a:solidFill>
                  <a:schemeClr val="tx1"/>
                </a:solidFill>
              </a:rPr>
            </a:br>
            <a:r>
              <a:rPr lang="de-DE" sz="1200" dirty="0">
                <a:solidFill>
                  <a:schemeClr val="tx1"/>
                </a:solidFill>
              </a:rPr>
              <a:t>Class </a:t>
            </a:r>
            <a:r>
              <a:rPr lang="de-DE" sz="1200" dirty="0" err="1">
                <a:solidFill>
                  <a:schemeClr val="tx1"/>
                </a:solidFill>
              </a:rPr>
              <a:t>with</a:t>
            </a:r>
            <a:r>
              <a:rPr lang="de-DE" sz="1200" dirty="0">
                <a:solidFill>
                  <a:schemeClr val="tx1"/>
                </a:solidFill>
              </a:rPr>
              <a:t> Properties:</a:t>
            </a:r>
            <a:br>
              <a:rPr lang="de-DE" sz="12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data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line_collection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input_matrix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raw</a:t>
            </a:r>
            <a:r>
              <a:rPr lang="de-DE" sz="800" dirty="0">
                <a:solidFill>
                  <a:schemeClr val="tx1"/>
                </a:solidFill>
              </a:rPr>
              <a:t> date </a:t>
            </a:r>
            <a:r>
              <a:rPr lang="de-DE" sz="800" dirty="0" err="1">
                <a:solidFill>
                  <a:schemeClr val="tx1"/>
                </a:solidFill>
              </a:rPr>
              <a:t>from</a:t>
            </a:r>
            <a:r>
              <a:rPr lang="de-DE" sz="800" dirty="0">
                <a:solidFill>
                  <a:schemeClr val="tx1"/>
                </a:solidFill>
              </a:rPr>
              <a:t> e.g. </a:t>
            </a:r>
            <a:r>
              <a:rPr lang="de-DE" sz="800" dirty="0" err="1">
                <a:solidFill>
                  <a:schemeClr val="tx1"/>
                </a:solidFill>
              </a:rPr>
              <a:t>image</a:t>
            </a:r>
            <a:endParaRPr lang="de-DE" sz="800" dirty="0">
              <a:solidFill>
                <a:schemeClr val="tx1"/>
              </a:solidFill>
            </a:endParaRPr>
          </a:p>
          <a:p>
            <a:pPr algn="ctr"/>
            <a:r>
              <a:rPr lang="de-DE" sz="800" dirty="0" err="1">
                <a:solidFill>
                  <a:schemeClr val="tx1"/>
                </a:solidFill>
              </a:rPr>
              <a:t>Ref_position</a:t>
            </a:r>
            <a:r>
              <a:rPr lang="de-DE" sz="800" dirty="0">
                <a:solidFill>
                  <a:schemeClr val="tx1"/>
                </a:solidFill>
              </a:rPr>
              <a:t>: [ </a:t>
            </a:r>
            <a:r>
              <a:rPr lang="de-DE" sz="800" dirty="0" err="1">
                <a:solidFill>
                  <a:schemeClr val="tx1"/>
                </a:solidFill>
              </a:rPr>
              <a:t>x,y,z,r</a:t>
            </a:r>
            <a:r>
              <a:rPr lang="de-DE" sz="800" dirty="0">
                <a:solidFill>
                  <a:schemeClr val="tx1"/>
                </a:solidFill>
              </a:rPr>
              <a:t>]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additonal_code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string</a:t>
            </a:r>
            <a:br>
              <a:rPr lang="de-DE" sz="800" dirty="0">
                <a:solidFill>
                  <a:schemeClr val="tx1"/>
                </a:solidFill>
              </a:rPr>
            </a:b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AB9F097-D902-CFD7-341D-8E812C5A291A}"/>
              </a:ext>
            </a:extLst>
          </p:cNvPr>
          <p:cNvSpPr/>
          <p:nvPr/>
        </p:nvSpPr>
        <p:spPr>
          <a:xfrm>
            <a:off x="1347837" y="611407"/>
            <a:ext cx="2581368" cy="102568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HatchData</a:t>
            </a:r>
            <a:br>
              <a:rPr lang="de-DE" b="1" dirty="0">
                <a:solidFill>
                  <a:schemeClr val="tx1"/>
                </a:solidFill>
              </a:rPr>
            </a:br>
            <a:r>
              <a:rPr lang="de-DE" sz="1200" dirty="0">
                <a:solidFill>
                  <a:schemeClr val="tx1"/>
                </a:solidFill>
              </a:rPr>
              <a:t>Class </a:t>
            </a:r>
            <a:r>
              <a:rPr lang="de-DE" sz="1200" dirty="0" err="1">
                <a:solidFill>
                  <a:schemeClr val="tx1"/>
                </a:solidFill>
              </a:rPr>
              <a:t>with</a:t>
            </a:r>
            <a:r>
              <a:rPr lang="de-DE" sz="1200" dirty="0">
                <a:solidFill>
                  <a:schemeClr val="tx1"/>
                </a:solidFill>
              </a:rPr>
              <a:t> Properties:</a:t>
            </a:r>
            <a:br>
              <a:rPr lang="de-DE" sz="12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hatch_clusters</a:t>
            </a:r>
            <a:r>
              <a:rPr lang="de-DE" sz="800" dirty="0">
                <a:solidFill>
                  <a:schemeClr val="tx1"/>
                </a:solidFill>
              </a:rPr>
              <a:t>: List </a:t>
            </a:r>
            <a:r>
              <a:rPr lang="de-DE" sz="800" dirty="0" err="1">
                <a:solidFill>
                  <a:schemeClr val="tx1"/>
                </a:solidFill>
              </a:rPr>
              <a:t>of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HatchCluster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>
                <a:solidFill>
                  <a:schemeClr val="tx1"/>
                </a:solidFill>
              </a:rPr>
              <a:t>type: </a:t>
            </a:r>
            <a:r>
              <a:rPr lang="de-DE" sz="800" dirty="0" err="1">
                <a:solidFill>
                  <a:schemeClr val="tx1"/>
                </a:solidFill>
              </a:rPr>
              <a:t>string</a:t>
            </a:r>
            <a:br>
              <a:rPr lang="de-DE" sz="800" dirty="0">
                <a:solidFill>
                  <a:schemeClr val="tx1"/>
                </a:solidFill>
              </a:rPr>
            </a:br>
            <a:endParaRPr lang="de-DE" sz="800" dirty="0">
              <a:solidFill>
                <a:schemeClr val="tx1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EEA83880-2021-3871-F56F-95C824A199C1}"/>
              </a:ext>
            </a:extLst>
          </p:cNvPr>
          <p:cNvCxnSpPr>
            <a:stCxn id="6" idx="2"/>
            <a:endCxn id="4" idx="0"/>
          </p:cNvCxnSpPr>
          <p:nvPr/>
        </p:nvCxnSpPr>
        <p:spPr>
          <a:xfrm>
            <a:off x="2638521" y="5495453"/>
            <a:ext cx="0" cy="336864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62EDEE4-F03D-36BB-CC8F-CAD7525ED0D8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2638521" y="4196717"/>
            <a:ext cx="0" cy="27305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F5C5B1EB-011B-C81B-E5E1-6A40BC50AF6B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2638521" y="2887546"/>
            <a:ext cx="0" cy="28348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7D711CB2-BC20-70AF-FD85-2898273ED592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2638521" y="1637090"/>
            <a:ext cx="0" cy="224773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A3F0D28A-82EE-034F-25A5-D9F05D24B87F}"/>
              </a:ext>
            </a:extLst>
          </p:cNvPr>
          <p:cNvSpPr/>
          <p:nvPr/>
        </p:nvSpPr>
        <p:spPr>
          <a:xfrm>
            <a:off x="7529845" y="1882412"/>
            <a:ext cx="2945014" cy="15765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HatchBlock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Class </a:t>
            </a:r>
            <a:r>
              <a:rPr lang="de-DE" sz="1200" dirty="0" err="1">
                <a:solidFill>
                  <a:schemeClr val="tx1"/>
                </a:solidFill>
              </a:rPr>
              <a:t>with</a:t>
            </a:r>
            <a:r>
              <a:rPr lang="de-DE" sz="1200" dirty="0">
                <a:solidFill>
                  <a:schemeClr val="tx1"/>
                </a:solidFill>
              </a:rPr>
              <a:t> Properties:</a:t>
            </a:r>
            <a:br>
              <a:rPr lang="de-DE" sz="1200" b="1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hatch_data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HatchData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iterations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int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post_processing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string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laser_mode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string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air_assist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string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enclosure_fan</a:t>
            </a:r>
            <a:r>
              <a:rPr lang="de-DE" sz="800" dirty="0">
                <a:solidFill>
                  <a:schemeClr val="tx1"/>
                </a:solidFill>
              </a:rPr>
              <a:t>: </a:t>
            </a:r>
            <a:r>
              <a:rPr lang="de-DE" sz="800" dirty="0" err="1">
                <a:solidFill>
                  <a:schemeClr val="tx1"/>
                </a:solidFill>
              </a:rPr>
              <a:t>int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 err="1">
                <a:solidFill>
                  <a:schemeClr val="tx1"/>
                </a:solidFill>
              </a:rPr>
              <a:t>offset</a:t>
            </a:r>
            <a:r>
              <a:rPr lang="de-DE" sz="800" dirty="0">
                <a:solidFill>
                  <a:schemeClr val="tx1"/>
                </a:solidFill>
              </a:rPr>
              <a:t>: [</a:t>
            </a:r>
            <a:r>
              <a:rPr lang="de-DE" sz="800" dirty="0" err="1">
                <a:solidFill>
                  <a:schemeClr val="tx1"/>
                </a:solidFill>
              </a:rPr>
              <a:t>x,y,z</a:t>
            </a:r>
            <a:r>
              <a:rPr lang="de-DE" sz="800" dirty="0">
                <a:solidFill>
                  <a:schemeClr val="tx1"/>
                </a:solidFill>
              </a:rPr>
              <a:t>]</a:t>
            </a:r>
            <a:br>
              <a:rPr lang="de-DE" sz="1200" dirty="0">
                <a:solidFill>
                  <a:schemeClr val="tx1"/>
                </a:solidFill>
              </a:rPr>
            </a:br>
            <a:br>
              <a:rPr lang="de-DE" sz="800" dirty="0">
                <a:solidFill>
                  <a:schemeClr val="tx1"/>
                </a:solidFill>
              </a:rPr>
            </a:b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7A51DFC-43CF-0799-67C5-D100988478B8}"/>
              </a:ext>
            </a:extLst>
          </p:cNvPr>
          <p:cNvSpPr txBox="1"/>
          <p:nvPr/>
        </p:nvSpPr>
        <p:spPr>
          <a:xfrm>
            <a:off x="1243096" y="13215"/>
            <a:ext cx="1700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chemeClr val="accent4"/>
                </a:solidFill>
              </a:rPr>
              <a:t>HATCHING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37C2DB8-0088-9156-6FD8-7169195F340A}"/>
              </a:ext>
            </a:extLst>
          </p:cNvPr>
          <p:cNvSpPr txBox="1"/>
          <p:nvPr/>
        </p:nvSpPr>
        <p:spPr>
          <a:xfrm>
            <a:off x="7717755" y="-22023"/>
            <a:ext cx="1428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A6A200"/>
                </a:solidFill>
              </a:rPr>
              <a:t>PARSING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FDA77456-EC9C-C121-CB82-36ED5A9C5A08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3933489" y="731456"/>
            <a:ext cx="3596355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hteck 34">
            <a:extLst>
              <a:ext uri="{FF2B5EF4-FFF2-40B4-BE49-F238E27FC236}">
                <a16:creationId xmlns:a16="http://schemas.microsoft.com/office/drawing/2014/main" id="{7D772CC9-8C17-03EF-A752-5557BDE56819}"/>
              </a:ext>
            </a:extLst>
          </p:cNvPr>
          <p:cNvSpPr/>
          <p:nvPr/>
        </p:nvSpPr>
        <p:spPr>
          <a:xfrm>
            <a:off x="16669" y="794760"/>
            <a:ext cx="1756898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b="1" dirty="0" err="1">
                <a:solidFill>
                  <a:schemeClr val="tx1"/>
                </a:solidFill>
              </a:rPr>
              <a:t>Created</a:t>
            </a:r>
            <a:r>
              <a:rPr lang="de-DE" sz="800" b="1" dirty="0">
                <a:solidFill>
                  <a:schemeClr val="tx1"/>
                </a:solidFill>
              </a:rPr>
              <a:t> </a:t>
            </a:r>
            <a:r>
              <a:rPr lang="de-DE" sz="800" b="1" dirty="0" err="1">
                <a:solidFill>
                  <a:schemeClr val="tx1"/>
                </a:solidFill>
              </a:rPr>
              <a:t>by</a:t>
            </a:r>
            <a:r>
              <a:rPr lang="de-DE" sz="800" b="1" dirty="0">
                <a:solidFill>
                  <a:schemeClr val="tx1"/>
                </a:solidFill>
              </a:rPr>
              <a:t>  </a:t>
            </a:r>
            <a:r>
              <a:rPr lang="de-DE" sz="800" b="1" dirty="0" err="1">
                <a:solidFill>
                  <a:schemeClr val="tx1"/>
                </a:solidFill>
              </a:rPr>
              <a:t>single</a:t>
            </a:r>
            <a:r>
              <a:rPr lang="de-DE" sz="800" b="1" dirty="0">
                <a:solidFill>
                  <a:schemeClr val="tx1"/>
                </a:solidFill>
              </a:rPr>
              <a:t> </a:t>
            </a:r>
            <a:r>
              <a:rPr lang="de-DE" sz="800" b="1" dirty="0" err="1">
                <a:solidFill>
                  <a:schemeClr val="tx1"/>
                </a:solidFill>
              </a:rPr>
              <a:t>Hatching</a:t>
            </a:r>
            <a:r>
              <a:rPr lang="de-DE" sz="800" b="1" dirty="0">
                <a:solidFill>
                  <a:schemeClr val="tx1"/>
                </a:solidFill>
              </a:rPr>
              <a:t> </a:t>
            </a:r>
            <a:r>
              <a:rPr lang="de-DE" sz="800" b="1" dirty="0" err="1">
                <a:solidFill>
                  <a:schemeClr val="tx1"/>
                </a:solidFill>
              </a:rPr>
              <a:t>event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>
                <a:solidFill>
                  <a:schemeClr val="tx1"/>
                </a:solidFill>
              </a:rPr>
              <a:t>Can </a:t>
            </a:r>
            <a:r>
              <a:rPr lang="de-DE" sz="800" dirty="0" err="1">
                <a:solidFill>
                  <a:schemeClr val="tx1"/>
                </a:solidFill>
              </a:rPr>
              <a:t>be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made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up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of</a:t>
            </a:r>
            <a:r>
              <a:rPr lang="de-DE" sz="800" dirty="0">
                <a:solidFill>
                  <a:schemeClr val="tx1"/>
                </a:solidFill>
              </a:rPr>
              <a:t> multiple </a:t>
            </a:r>
            <a:r>
              <a:rPr lang="de-DE" sz="800" dirty="0" err="1">
                <a:solidFill>
                  <a:schemeClr val="tx1"/>
                </a:solidFill>
              </a:rPr>
              <a:t>HatchClusters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with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their</a:t>
            </a:r>
            <a:r>
              <a:rPr lang="de-DE" sz="800" dirty="0">
                <a:solidFill>
                  <a:schemeClr val="tx1"/>
                </a:solidFill>
              </a:rPr>
              <a:t> own </a:t>
            </a:r>
            <a:r>
              <a:rPr lang="de-DE" sz="800" dirty="0" err="1">
                <a:solidFill>
                  <a:schemeClr val="tx1"/>
                </a:solidFill>
              </a:rPr>
              <a:t>offsets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main</a:t>
            </a:r>
            <a:r>
              <a:rPr lang="de-DE" sz="800" dirty="0">
                <a:solidFill>
                  <a:schemeClr val="tx1"/>
                </a:solidFill>
              </a:rPr>
              <a:t> WP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ECBC852-C250-4863-0C98-06683A650EB1}"/>
              </a:ext>
            </a:extLst>
          </p:cNvPr>
          <p:cNvSpPr/>
          <p:nvPr/>
        </p:nvSpPr>
        <p:spPr>
          <a:xfrm>
            <a:off x="147103" y="1946852"/>
            <a:ext cx="1477819" cy="8095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Single Hatch </a:t>
            </a:r>
            <a:r>
              <a:rPr lang="de-DE" sz="800" dirty="0" err="1">
                <a:solidFill>
                  <a:schemeClr val="tx1"/>
                </a:solidFill>
              </a:rPr>
              <a:t>clusters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that</a:t>
            </a:r>
            <a:r>
              <a:rPr lang="de-DE" sz="800" dirty="0">
                <a:solidFill>
                  <a:schemeClr val="tx1"/>
                </a:solidFill>
              </a:rPr>
              <a:t> will </a:t>
            </a:r>
            <a:r>
              <a:rPr lang="de-DE" sz="800" dirty="0" err="1">
                <a:solidFill>
                  <a:schemeClr val="tx1"/>
                </a:solidFill>
              </a:rPr>
              <a:t>be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put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into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seperate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gcode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files</a:t>
            </a:r>
            <a:r>
              <a:rPr lang="de-DE" sz="800" dirty="0">
                <a:solidFill>
                  <a:schemeClr val="tx1"/>
                </a:solidFill>
              </a:rPr>
              <a:t>.</a:t>
            </a: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>
                <a:solidFill>
                  <a:schemeClr val="tx1"/>
                </a:solidFill>
              </a:rPr>
              <a:t>Can </a:t>
            </a:r>
            <a:r>
              <a:rPr lang="de-DE" sz="800" dirty="0" err="1">
                <a:solidFill>
                  <a:schemeClr val="tx1"/>
                </a:solidFill>
              </a:rPr>
              <a:t>store</a:t>
            </a:r>
            <a:r>
              <a:rPr lang="de-DE" sz="800" dirty="0">
                <a:solidFill>
                  <a:schemeClr val="tx1"/>
                </a:solidFill>
              </a:rPr>
              <a:t> additional Code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be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executed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before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the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gcode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file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2327EB6-E050-7BF6-5ED8-0DC376D684D2}"/>
              </a:ext>
            </a:extLst>
          </p:cNvPr>
          <p:cNvSpPr/>
          <p:nvPr/>
        </p:nvSpPr>
        <p:spPr>
          <a:xfrm>
            <a:off x="137195" y="3341205"/>
            <a:ext cx="1477819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All </a:t>
            </a:r>
            <a:r>
              <a:rPr lang="de-DE" sz="800" dirty="0" err="1">
                <a:solidFill>
                  <a:schemeClr val="tx1"/>
                </a:solidFill>
              </a:rPr>
              <a:t>hatchlines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of</a:t>
            </a:r>
            <a:r>
              <a:rPr lang="de-DE" sz="800" dirty="0">
                <a:solidFill>
                  <a:schemeClr val="tx1"/>
                </a:solidFill>
              </a:rPr>
              <a:t> a </a:t>
            </a:r>
            <a:r>
              <a:rPr lang="de-DE" sz="800" dirty="0" err="1">
                <a:solidFill>
                  <a:schemeClr val="tx1"/>
                </a:solidFill>
              </a:rPr>
              <a:t>single</a:t>
            </a:r>
            <a:r>
              <a:rPr lang="de-DE" sz="800" dirty="0">
                <a:solidFill>
                  <a:schemeClr val="tx1"/>
                </a:solidFill>
              </a:rPr>
              <a:t> Cluster </a:t>
            </a:r>
            <a:r>
              <a:rPr lang="de-DE" sz="800" dirty="0" err="1">
                <a:solidFill>
                  <a:schemeClr val="tx1"/>
                </a:solidFill>
              </a:rPr>
              <a:t>that</a:t>
            </a:r>
            <a:r>
              <a:rPr lang="de-DE" sz="800" dirty="0">
                <a:solidFill>
                  <a:schemeClr val="tx1"/>
                </a:solidFill>
              </a:rPr>
              <a:t> will </a:t>
            </a:r>
            <a:r>
              <a:rPr lang="de-DE" sz="800" dirty="0" err="1">
                <a:solidFill>
                  <a:schemeClr val="tx1"/>
                </a:solidFill>
              </a:rPr>
              <a:t>be</a:t>
            </a:r>
            <a:r>
              <a:rPr lang="de-DE" sz="800" dirty="0">
                <a:solidFill>
                  <a:schemeClr val="tx1"/>
                </a:solidFill>
              </a:rPr>
              <a:t> in </a:t>
            </a:r>
            <a:r>
              <a:rPr lang="de-DE" sz="800" dirty="0" err="1">
                <a:solidFill>
                  <a:schemeClr val="tx1"/>
                </a:solidFill>
              </a:rPr>
              <a:t>the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gocd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file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2FE23E9-C2D2-8C89-A0BF-BF9A8C199979}"/>
              </a:ext>
            </a:extLst>
          </p:cNvPr>
          <p:cNvSpPr/>
          <p:nvPr/>
        </p:nvSpPr>
        <p:spPr>
          <a:xfrm>
            <a:off x="63982" y="4624778"/>
            <a:ext cx="1477819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Single </a:t>
            </a:r>
            <a:r>
              <a:rPr lang="de-DE" sz="800" dirty="0" err="1">
                <a:solidFill>
                  <a:schemeClr val="tx1"/>
                </a:solidFill>
              </a:rPr>
              <a:t>hatchline</a:t>
            </a:r>
            <a:r>
              <a:rPr lang="de-DE" sz="800" dirty="0">
                <a:solidFill>
                  <a:schemeClr val="tx1"/>
                </a:solidFill>
              </a:rPr>
              <a:t>. </a:t>
            </a:r>
            <a:r>
              <a:rPr lang="de-DE" sz="800" dirty="0" err="1">
                <a:solidFill>
                  <a:schemeClr val="tx1"/>
                </a:solidFill>
              </a:rPr>
              <a:t>Has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have</a:t>
            </a:r>
            <a:r>
              <a:rPr lang="de-DE" sz="800" dirty="0">
                <a:solidFill>
                  <a:schemeClr val="tx1"/>
                </a:solidFill>
              </a:rPr>
              <a:t> at least 2 </a:t>
            </a:r>
            <a:r>
              <a:rPr lang="de-DE" sz="800" dirty="0" err="1">
                <a:solidFill>
                  <a:schemeClr val="tx1"/>
                </a:solidFill>
              </a:rPr>
              <a:t>points</a:t>
            </a:r>
            <a:r>
              <a:rPr lang="de-DE" sz="800" dirty="0">
                <a:solidFill>
                  <a:schemeClr val="tx1"/>
                </a:solidFill>
              </a:rPr>
              <a:t>. First </a:t>
            </a:r>
            <a:r>
              <a:rPr lang="de-DE" sz="800" dirty="0" err="1">
                <a:solidFill>
                  <a:schemeClr val="tx1"/>
                </a:solidFill>
              </a:rPr>
              <a:t>point</a:t>
            </a:r>
            <a:r>
              <a:rPr lang="de-DE" sz="800" dirty="0">
                <a:solidFill>
                  <a:schemeClr val="tx1"/>
                </a:solidFill>
              </a:rPr>
              <a:t> HAS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be</a:t>
            </a:r>
            <a:r>
              <a:rPr lang="de-DE" sz="800" dirty="0">
                <a:solidFill>
                  <a:schemeClr val="tx1"/>
                </a:solidFill>
              </a:rPr>
              <a:t> a jump </a:t>
            </a:r>
            <a:r>
              <a:rPr lang="de-DE" sz="800" dirty="0" err="1">
                <a:solidFill>
                  <a:schemeClr val="tx1"/>
                </a:solidFill>
              </a:rPr>
              <a:t>command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29221E0A-41AF-C86E-7A7C-CE5B8622DB6D}"/>
              </a:ext>
            </a:extLst>
          </p:cNvPr>
          <p:cNvSpPr/>
          <p:nvPr/>
        </p:nvSpPr>
        <p:spPr>
          <a:xfrm>
            <a:off x="63310" y="5896448"/>
            <a:ext cx="1477819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Singe Point. </a:t>
            </a:r>
            <a:r>
              <a:rPr lang="de-DE" sz="800" dirty="0" err="1">
                <a:solidFill>
                  <a:schemeClr val="tx1"/>
                </a:solidFill>
              </a:rPr>
              <a:t>Contains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color</a:t>
            </a:r>
            <a:r>
              <a:rPr lang="de-DE" sz="800" dirty="0">
                <a:solidFill>
                  <a:schemeClr val="tx1"/>
                </a:solidFill>
              </a:rPr>
              <a:t>. Speed and Power </a:t>
            </a:r>
            <a:r>
              <a:rPr lang="de-DE" sz="800" dirty="0" err="1">
                <a:solidFill>
                  <a:schemeClr val="tx1"/>
                </a:solidFill>
              </a:rPr>
              <a:t>is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only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set</a:t>
            </a:r>
            <a:r>
              <a:rPr lang="de-DE" sz="800" dirty="0">
                <a:solidFill>
                  <a:schemeClr val="tx1"/>
                </a:solidFill>
              </a:rPr>
              <a:t> in </a:t>
            </a:r>
            <a:r>
              <a:rPr lang="de-DE" sz="800" dirty="0" err="1">
                <a:solidFill>
                  <a:schemeClr val="tx1"/>
                </a:solidFill>
              </a:rPr>
              <a:t>Parsing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E2BD79B4-B056-D9CA-170A-EA58A0CEEBC8}"/>
              </a:ext>
            </a:extLst>
          </p:cNvPr>
          <p:cNvSpPr/>
          <p:nvPr/>
        </p:nvSpPr>
        <p:spPr>
          <a:xfrm>
            <a:off x="10111213" y="2004990"/>
            <a:ext cx="1477819" cy="13313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Holds all Information </a:t>
            </a:r>
            <a:r>
              <a:rPr lang="de-DE" sz="800" dirty="0" err="1">
                <a:solidFill>
                  <a:schemeClr val="tx1"/>
                </a:solidFill>
              </a:rPr>
              <a:t>needed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fully </a:t>
            </a:r>
            <a:r>
              <a:rPr lang="de-DE" sz="800" dirty="0" err="1">
                <a:solidFill>
                  <a:schemeClr val="tx1"/>
                </a:solidFill>
              </a:rPr>
              <a:t>process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one</a:t>
            </a:r>
            <a:r>
              <a:rPr lang="de-DE" sz="800" dirty="0">
                <a:solidFill>
                  <a:schemeClr val="tx1"/>
                </a:solidFill>
              </a:rPr>
              <a:t> Hatch </a:t>
            </a:r>
            <a:r>
              <a:rPr lang="de-DE" sz="800" dirty="0" err="1">
                <a:solidFill>
                  <a:schemeClr val="tx1"/>
                </a:solidFill>
              </a:rPr>
              <a:t>event</a:t>
            </a:r>
            <a:r>
              <a:rPr lang="de-DE" sz="800" dirty="0">
                <a:solidFill>
                  <a:schemeClr val="tx1"/>
                </a:solidFill>
              </a:rPr>
              <a:t> (multiple </a:t>
            </a:r>
            <a:r>
              <a:rPr lang="de-DE" sz="800" dirty="0" err="1">
                <a:solidFill>
                  <a:schemeClr val="tx1"/>
                </a:solidFill>
              </a:rPr>
              <a:t>times</a:t>
            </a:r>
            <a:r>
              <a:rPr lang="de-DE" sz="800" dirty="0">
                <a:solidFill>
                  <a:schemeClr val="tx1"/>
                </a:solidFill>
              </a:rPr>
              <a:t>),</a:t>
            </a:r>
            <a:br>
              <a:rPr lang="de-DE" sz="800" dirty="0">
                <a:solidFill>
                  <a:schemeClr val="tx1"/>
                </a:solidFill>
              </a:rPr>
            </a:br>
            <a:br>
              <a:rPr lang="de-DE" sz="800" dirty="0">
                <a:solidFill>
                  <a:schemeClr val="tx1"/>
                </a:solidFill>
              </a:rPr>
            </a:br>
            <a:r>
              <a:rPr lang="de-DE" sz="800" dirty="0">
                <a:solidFill>
                  <a:schemeClr val="tx1"/>
                </a:solidFill>
              </a:rPr>
              <a:t>At leas </a:t>
            </a:r>
            <a:r>
              <a:rPr lang="de-DE" sz="800" dirty="0" err="1">
                <a:solidFill>
                  <a:schemeClr val="tx1"/>
                </a:solidFill>
              </a:rPr>
              <a:t>one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HatchBlock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has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be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created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build</a:t>
            </a:r>
            <a:r>
              <a:rPr lang="de-DE" sz="800" dirty="0">
                <a:solidFill>
                  <a:schemeClr val="tx1"/>
                </a:solidFill>
              </a:rPr>
              <a:t> an </a:t>
            </a:r>
            <a:r>
              <a:rPr lang="de-DE" sz="800" dirty="0" err="1">
                <a:solidFill>
                  <a:schemeClr val="tx1"/>
                </a:solidFill>
              </a:rPr>
              <a:t>output</a:t>
            </a:r>
            <a:r>
              <a:rPr lang="de-DE" sz="800" dirty="0">
                <a:solidFill>
                  <a:schemeClr val="tx1"/>
                </a:solidFill>
              </a:rPr>
              <a:t>. </a:t>
            </a:r>
            <a:r>
              <a:rPr lang="de-DE" sz="800" dirty="0" err="1">
                <a:solidFill>
                  <a:schemeClr val="tx1"/>
                </a:solidFill>
              </a:rPr>
              <a:t>Autmatic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Hatching</a:t>
            </a:r>
            <a:r>
              <a:rPr lang="de-DE" sz="800" dirty="0">
                <a:solidFill>
                  <a:schemeClr val="tx1"/>
                </a:solidFill>
              </a:rPr>
              <a:t> will </a:t>
            </a:r>
            <a:r>
              <a:rPr lang="de-DE" sz="800" dirty="0" err="1">
                <a:solidFill>
                  <a:schemeClr val="tx1"/>
                </a:solidFill>
              </a:rPr>
              <a:t>only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use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one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HatchBlock</a:t>
            </a:r>
            <a:r>
              <a:rPr lang="de-DE" sz="800" dirty="0">
                <a:solidFill>
                  <a:schemeClr val="tx1"/>
                </a:solidFill>
              </a:rPr>
              <a:t>. Manual </a:t>
            </a:r>
            <a:r>
              <a:rPr lang="de-DE" sz="800" dirty="0" err="1">
                <a:solidFill>
                  <a:schemeClr val="tx1"/>
                </a:solidFill>
              </a:rPr>
              <a:t>mode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allows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build</a:t>
            </a:r>
            <a:r>
              <a:rPr lang="de-DE" sz="800" dirty="0">
                <a:solidFill>
                  <a:schemeClr val="tx1"/>
                </a:solidFill>
              </a:rPr>
              <a:t> a </a:t>
            </a:r>
            <a:r>
              <a:rPr lang="de-DE" sz="800" dirty="0" err="1">
                <a:solidFill>
                  <a:schemeClr val="tx1"/>
                </a:solidFill>
              </a:rPr>
              <a:t>list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of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them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0162AB02-1CBA-864F-3CB5-DFE8113A6431}"/>
              </a:ext>
            </a:extLst>
          </p:cNvPr>
          <p:cNvSpPr/>
          <p:nvPr/>
        </p:nvSpPr>
        <p:spPr>
          <a:xfrm>
            <a:off x="7529844" y="473069"/>
            <a:ext cx="2945014" cy="51677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List </a:t>
            </a:r>
            <a:r>
              <a:rPr lang="de-DE" b="1" dirty="0" err="1">
                <a:solidFill>
                  <a:schemeClr val="tx1"/>
                </a:solidFill>
              </a:rPr>
              <a:t>of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Hatchblocks</a:t>
            </a:r>
            <a:br>
              <a:rPr lang="de-DE" sz="1200" dirty="0">
                <a:solidFill>
                  <a:schemeClr val="tx1"/>
                </a:solidFill>
              </a:rPr>
            </a:br>
            <a:br>
              <a:rPr lang="de-DE" sz="800" dirty="0">
                <a:solidFill>
                  <a:schemeClr val="tx1"/>
                </a:solidFill>
              </a:rPr>
            </a:br>
            <a:endParaRPr lang="de-DE" sz="800" dirty="0">
              <a:solidFill>
                <a:schemeClr val="tx1"/>
              </a:solidFill>
            </a:endParaRP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D918484A-583F-EFB3-6C29-53D6D91001B1}"/>
              </a:ext>
            </a:extLst>
          </p:cNvPr>
          <p:cNvCxnSpPr>
            <a:cxnSpLocks/>
            <a:stCxn id="24" idx="0"/>
            <a:endCxn id="43" idx="2"/>
          </p:cNvCxnSpPr>
          <p:nvPr/>
        </p:nvCxnSpPr>
        <p:spPr>
          <a:xfrm flipH="1" flipV="1">
            <a:off x="9002351" y="989843"/>
            <a:ext cx="1" cy="892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hteck 46">
            <a:extLst>
              <a:ext uri="{FF2B5EF4-FFF2-40B4-BE49-F238E27FC236}">
                <a16:creationId xmlns:a16="http://schemas.microsoft.com/office/drawing/2014/main" id="{94DDFBC2-7615-12E8-A918-27BB0E805B68}"/>
              </a:ext>
            </a:extLst>
          </p:cNvPr>
          <p:cNvSpPr/>
          <p:nvPr/>
        </p:nvSpPr>
        <p:spPr>
          <a:xfrm>
            <a:off x="10243795" y="345278"/>
            <a:ext cx="1477819" cy="3566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Can </a:t>
            </a:r>
            <a:r>
              <a:rPr lang="de-DE" sz="800" dirty="0" err="1">
                <a:solidFill>
                  <a:schemeClr val="tx1"/>
                </a:solidFill>
              </a:rPr>
              <a:t>be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manually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created</a:t>
            </a:r>
            <a:r>
              <a:rPr lang="de-DE" sz="800" dirty="0">
                <a:solidFill>
                  <a:schemeClr val="tx1"/>
                </a:solidFill>
              </a:rPr>
              <a:t> in UI </a:t>
            </a:r>
            <a:r>
              <a:rPr lang="de-DE" sz="800" dirty="0" err="1">
                <a:solidFill>
                  <a:schemeClr val="tx1"/>
                </a:solidFill>
              </a:rPr>
              <a:t>for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full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flexibility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2DDB838B-5417-9427-DED7-00201DE1E60B}"/>
              </a:ext>
            </a:extLst>
          </p:cNvPr>
          <p:cNvSpPr/>
          <p:nvPr/>
        </p:nvSpPr>
        <p:spPr>
          <a:xfrm>
            <a:off x="7529847" y="3804205"/>
            <a:ext cx="2945011" cy="72722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Create Output</a:t>
            </a:r>
            <a:br>
              <a:rPr lang="de-DE" b="1" dirty="0">
                <a:solidFill>
                  <a:schemeClr val="tx1"/>
                </a:solidFill>
              </a:rPr>
            </a:br>
            <a:r>
              <a:rPr lang="de-DE" sz="1200" b="1" dirty="0">
                <a:solidFill>
                  <a:schemeClr val="tx1"/>
                </a:solidFill>
              </a:rPr>
              <a:t>Method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90F08A82-68F5-D926-A1FD-579ACB991087}"/>
              </a:ext>
            </a:extLst>
          </p:cNvPr>
          <p:cNvCxnSpPr>
            <a:cxnSpLocks/>
            <a:stCxn id="24" idx="2"/>
            <a:endCxn id="48" idx="0"/>
          </p:cNvCxnSpPr>
          <p:nvPr/>
        </p:nvCxnSpPr>
        <p:spPr>
          <a:xfrm>
            <a:off x="9002352" y="3458943"/>
            <a:ext cx="1" cy="345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3E3A162D-4EC4-B58E-79EF-CE5E034D5E17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3929205" y="4187323"/>
            <a:ext cx="941932" cy="21578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hteck 58">
            <a:extLst>
              <a:ext uri="{FF2B5EF4-FFF2-40B4-BE49-F238E27FC236}">
                <a16:creationId xmlns:a16="http://schemas.microsoft.com/office/drawing/2014/main" id="{E7C6C4C9-8CE1-3103-4681-7E22ACBB4D6D}"/>
              </a:ext>
            </a:extLst>
          </p:cNvPr>
          <p:cNvSpPr/>
          <p:nvPr/>
        </p:nvSpPr>
        <p:spPr>
          <a:xfrm>
            <a:off x="4123802" y="3746853"/>
            <a:ext cx="1477819" cy="609600"/>
          </a:xfrm>
          <a:prstGeom prst="rect">
            <a:avLst/>
          </a:prstGeom>
          <a:gradFill>
            <a:gsLst>
              <a:gs pos="50000">
                <a:schemeClr val="accent1">
                  <a:lumMod val="20000"/>
                  <a:lumOff val="80000"/>
                </a:schemeClr>
              </a:gs>
              <a:gs pos="4900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tx1"/>
                </a:solidFill>
              </a:rPr>
              <a:t>Set</a:t>
            </a:r>
            <a:r>
              <a:rPr lang="de-DE" sz="1000" dirty="0">
                <a:solidFill>
                  <a:schemeClr val="tx1"/>
                </a:solidFill>
              </a:rPr>
              <a:t> Power and Speed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6A9C33CE-7812-FE4E-4C20-A3E6EC6E4BCE}"/>
              </a:ext>
            </a:extLst>
          </p:cNvPr>
          <p:cNvSpPr/>
          <p:nvPr/>
        </p:nvSpPr>
        <p:spPr>
          <a:xfrm>
            <a:off x="5275022" y="245080"/>
            <a:ext cx="1585862" cy="77289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Add </a:t>
            </a:r>
            <a:r>
              <a:rPr lang="de-DE" sz="1400" b="1" dirty="0" err="1">
                <a:solidFill>
                  <a:schemeClr val="tx1"/>
                </a:solidFill>
              </a:rPr>
              <a:t>Hatchblock</a:t>
            </a:r>
            <a:br>
              <a:rPr lang="de-DE" sz="1400" b="1" dirty="0">
                <a:solidFill>
                  <a:schemeClr val="tx1"/>
                </a:solidFill>
              </a:rPr>
            </a:br>
            <a:r>
              <a:rPr lang="de-DE" sz="1050" b="1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C8B3C050-CAFA-BE61-33F0-08D84210653E}"/>
              </a:ext>
            </a:extLst>
          </p:cNvPr>
          <p:cNvSpPr/>
          <p:nvPr/>
        </p:nvSpPr>
        <p:spPr>
          <a:xfrm>
            <a:off x="3963879" y="610066"/>
            <a:ext cx="790213" cy="1933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accent3"/>
                </a:solidFill>
              </a:rPr>
              <a:t>Manual </a:t>
            </a:r>
            <a:r>
              <a:rPr lang="de-DE" sz="800" dirty="0" err="1">
                <a:solidFill>
                  <a:schemeClr val="accent3"/>
                </a:solidFill>
              </a:rPr>
              <a:t>mode</a:t>
            </a:r>
            <a:endParaRPr lang="de-DE" sz="800" dirty="0">
              <a:solidFill>
                <a:schemeClr val="accent3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21D38735-A003-65B4-2BA6-461A7C17A223}"/>
              </a:ext>
            </a:extLst>
          </p:cNvPr>
          <p:cNvSpPr/>
          <p:nvPr/>
        </p:nvSpPr>
        <p:spPr>
          <a:xfrm>
            <a:off x="4932226" y="816633"/>
            <a:ext cx="790213" cy="1933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accent3"/>
                </a:solidFill>
              </a:rPr>
              <a:t>Read </a:t>
            </a:r>
            <a:r>
              <a:rPr lang="de-DE" sz="800" dirty="0" err="1">
                <a:solidFill>
                  <a:schemeClr val="accent3"/>
                </a:solidFill>
              </a:rPr>
              <a:t>from</a:t>
            </a:r>
            <a:r>
              <a:rPr lang="de-DE" sz="800" dirty="0">
                <a:solidFill>
                  <a:schemeClr val="accent3"/>
                </a:solidFill>
              </a:rPr>
              <a:t> UI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8F79D8B4-527E-E32B-0849-9B052DC99C44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915034" y="1017004"/>
            <a:ext cx="3614811" cy="1653674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70A16126-F57B-7185-3DEE-6FCA2208F0A5}"/>
              </a:ext>
            </a:extLst>
          </p:cNvPr>
          <p:cNvSpPr/>
          <p:nvPr/>
        </p:nvSpPr>
        <p:spPr>
          <a:xfrm>
            <a:off x="3969786" y="1002883"/>
            <a:ext cx="790213" cy="1933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 err="1">
                <a:solidFill>
                  <a:schemeClr val="accent1">
                    <a:lumMod val="75000"/>
                  </a:schemeClr>
                </a:solidFill>
              </a:rPr>
              <a:t>Automatic</a:t>
            </a:r>
            <a:endParaRPr lang="de-DE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A73988E9-1A6D-5DA7-D6BE-A00C28DECB65}"/>
              </a:ext>
            </a:extLst>
          </p:cNvPr>
          <p:cNvSpPr/>
          <p:nvPr/>
        </p:nvSpPr>
        <p:spPr>
          <a:xfrm>
            <a:off x="5299119" y="1645054"/>
            <a:ext cx="1795400" cy="77289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Create </a:t>
            </a:r>
            <a:r>
              <a:rPr lang="de-DE" sz="1400" b="1" dirty="0" err="1">
                <a:solidFill>
                  <a:schemeClr val="tx1"/>
                </a:solidFill>
              </a:rPr>
              <a:t>single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Hatchblock</a:t>
            </a:r>
            <a:br>
              <a:rPr lang="de-DE" sz="1400" b="1" dirty="0">
                <a:solidFill>
                  <a:schemeClr val="tx1"/>
                </a:solidFill>
              </a:rPr>
            </a:br>
            <a:r>
              <a:rPr lang="de-DE" sz="1050" b="1" dirty="0">
                <a:solidFill>
                  <a:schemeClr val="tx1"/>
                </a:solidFill>
              </a:rPr>
              <a:t>Method</a:t>
            </a: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49117C49-7BF9-7158-386D-456A140E5A3D}"/>
              </a:ext>
            </a:extLst>
          </p:cNvPr>
          <p:cNvSpPr/>
          <p:nvPr/>
        </p:nvSpPr>
        <p:spPr>
          <a:xfrm>
            <a:off x="5125916" y="2296774"/>
            <a:ext cx="790213" cy="1933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accent1">
                    <a:lumMod val="75000"/>
                  </a:schemeClr>
                </a:solidFill>
              </a:rPr>
              <a:t>Read </a:t>
            </a:r>
            <a:r>
              <a:rPr lang="de-DE" sz="800" dirty="0" err="1">
                <a:solidFill>
                  <a:schemeClr val="accent1">
                    <a:lumMod val="75000"/>
                  </a:schemeClr>
                </a:solidFill>
              </a:rPr>
              <a:t>from</a:t>
            </a:r>
            <a:r>
              <a:rPr lang="de-DE" sz="800" dirty="0">
                <a:solidFill>
                  <a:schemeClr val="accent1">
                    <a:lumMod val="75000"/>
                  </a:schemeClr>
                </a:solidFill>
              </a:rPr>
              <a:t> DB</a:t>
            </a:r>
          </a:p>
        </p:txBody>
      </p: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AE76BD1B-74BE-C86B-8371-392F9CF429D7}"/>
              </a:ext>
            </a:extLst>
          </p:cNvPr>
          <p:cNvCxnSpPr>
            <a:cxnSpLocks/>
          </p:cNvCxnSpPr>
          <p:nvPr/>
        </p:nvCxnSpPr>
        <p:spPr>
          <a:xfrm flipH="1">
            <a:off x="3924609" y="1917539"/>
            <a:ext cx="434377" cy="35202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hteck 80">
            <a:extLst>
              <a:ext uri="{FF2B5EF4-FFF2-40B4-BE49-F238E27FC236}">
                <a16:creationId xmlns:a16="http://schemas.microsoft.com/office/drawing/2014/main" id="{4318AEF6-99A9-0295-3973-A8978E723131}"/>
              </a:ext>
            </a:extLst>
          </p:cNvPr>
          <p:cNvSpPr/>
          <p:nvPr/>
        </p:nvSpPr>
        <p:spPr>
          <a:xfrm>
            <a:off x="3992671" y="1591427"/>
            <a:ext cx="1200764" cy="413563"/>
          </a:xfrm>
          <a:prstGeom prst="rect">
            <a:avLst/>
          </a:prstGeom>
          <a:gradFill>
            <a:gsLst>
              <a:gs pos="50000">
                <a:schemeClr val="accent1">
                  <a:lumMod val="20000"/>
                  <a:lumOff val="80000"/>
                </a:schemeClr>
              </a:gs>
              <a:gs pos="49000">
                <a:schemeClr val="accent3">
                  <a:lumMod val="20000"/>
                  <a:lumOff val="80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b="1" dirty="0">
                <a:solidFill>
                  <a:schemeClr val="tx1"/>
                </a:solidFill>
              </a:rPr>
              <a:t>Change</a:t>
            </a:r>
            <a:r>
              <a:rPr lang="de-DE" sz="1000" dirty="0">
                <a:solidFill>
                  <a:schemeClr val="tx1"/>
                </a:solidFill>
              </a:rPr>
              <a:t> </a:t>
            </a:r>
            <a:r>
              <a:rPr lang="de-DE" sz="1000" dirty="0" err="1">
                <a:solidFill>
                  <a:schemeClr val="tx1"/>
                </a:solidFill>
              </a:rPr>
              <a:t>based</a:t>
            </a:r>
            <a:r>
              <a:rPr lang="de-DE" sz="1000" dirty="0">
                <a:solidFill>
                  <a:schemeClr val="tx1"/>
                </a:solidFill>
              </a:rPr>
              <a:t> on </a:t>
            </a:r>
            <a:r>
              <a:rPr lang="de-DE" sz="1000" dirty="0" err="1">
                <a:solidFill>
                  <a:schemeClr val="tx1"/>
                </a:solidFill>
              </a:rPr>
              <a:t>PostProcessing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221A2885-3A1B-6B23-C148-C7FC68230DFF}"/>
              </a:ext>
            </a:extLst>
          </p:cNvPr>
          <p:cNvSpPr/>
          <p:nvPr/>
        </p:nvSpPr>
        <p:spPr>
          <a:xfrm>
            <a:off x="7961374" y="4639407"/>
            <a:ext cx="2081954" cy="10199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>
                <a:solidFill>
                  <a:schemeClr val="tx1"/>
                </a:solidFill>
              </a:rPr>
              <a:t>Write </a:t>
            </a:r>
            <a:r>
              <a:rPr lang="de-DE" sz="800" dirty="0" err="1">
                <a:solidFill>
                  <a:schemeClr val="tx1"/>
                </a:solidFill>
              </a:rPr>
              <a:t>one</a:t>
            </a:r>
            <a:r>
              <a:rPr lang="de-DE" sz="800" dirty="0">
                <a:solidFill>
                  <a:schemeClr val="tx1"/>
                </a:solidFill>
              </a:rPr>
              <a:t> Main File .</a:t>
            </a:r>
            <a:r>
              <a:rPr lang="de-DE" sz="800" dirty="0" err="1">
                <a:solidFill>
                  <a:schemeClr val="tx1"/>
                </a:solidFill>
              </a:rPr>
              <a:t>jcode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with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one</a:t>
            </a:r>
            <a:r>
              <a:rPr lang="de-DE" sz="800" dirty="0">
                <a:solidFill>
                  <a:schemeClr val="tx1"/>
                </a:solidFill>
              </a:rPr>
              <a:t> Entry </a:t>
            </a:r>
            <a:r>
              <a:rPr lang="de-DE" sz="800" dirty="0" err="1">
                <a:solidFill>
                  <a:schemeClr val="tx1"/>
                </a:solidFill>
              </a:rPr>
              <a:t>for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each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HatchCluster</a:t>
            </a:r>
            <a:endParaRPr lang="de-DE" sz="8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800" dirty="0">
                <a:solidFill>
                  <a:schemeClr val="tx1"/>
                </a:solidFill>
              </a:rPr>
              <a:t>Write a .code File </a:t>
            </a:r>
            <a:r>
              <a:rPr lang="de-DE" sz="800" dirty="0" err="1">
                <a:solidFill>
                  <a:schemeClr val="tx1"/>
                </a:solidFill>
              </a:rPr>
              <a:t>for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each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HatchCluster</a:t>
            </a:r>
            <a:endParaRPr lang="de-DE" sz="800" dirty="0">
              <a:solidFill>
                <a:schemeClr val="tx1"/>
              </a:solidFill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sz="800" dirty="0">
                <a:solidFill>
                  <a:schemeClr val="tx1"/>
                </a:solidFill>
              </a:rPr>
              <a:t>Use </a:t>
            </a:r>
            <a:r>
              <a:rPr lang="de-DE" sz="800" dirty="0" err="1">
                <a:solidFill>
                  <a:schemeClr val="tx1"/>
                </a:solidFill>
              </a:rPr>
              <a:t>HatchBlock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Inofrmation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creatre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gcode</a:t>
            </a:r>
            <a:r>
              <a:rPr lang="de-DE" sz="800" dirty="0">
                <a:solidFill>
                  <a:schemeClr val="tx1"/>
                </a:solidFill>
              </a:rPr>
              <a:t> Header </a:t>
            </a:r>
            <a:r>
              <a:rPr lang="de-DE" sz="800" dirty="0" err="1">
                <a:solidFill>
                  <a:schemeClr val="tx1"/>
                </a:solidFill>
              </a:rPr>
              <a:t>for</a:t>
            </a:r>
            <a:r>
              <a:rPr lang="de-DE" sz="800" dirty="0">
                <a:solidFill>
                  <a:schemeClr val="tx1"/>
                </a:solidFill>
              </a:rPr>
              <a:t> all Clusters </a:t>
            </a:r>
            <a:r>
              <a:rPr lang="de-DE" sz="800" dirty="0" err="1">
                <a:solidFill>
                  <a:schemeClr val="tx1"/>
                </a:solidFill>
              </a:rPr>
              <a:t>of</a:t>
            </a:r>
            <a:r>
              <a:rPr lang="de-DE" sz="800" dirty="0">
                <a:solidFill>
                  <a:schemeClr val="tx1"/>
                </a:solidFill>
              </a:rPr>
              <a:t>  </a:t>
            </a:r>
            <a:r>
              <a:rPr lang="de-DE" sz="800" dirty="0" err="1">
                <a:solidFill>
                  <a:schemeClr val="tx1"/>
                </a:solidFill>
              </a:rPr>
              <a:t>the</a:t>
            </a:r>
            <a:r>
              <a:rPr lang="de-DE" sz="800" dirty="0">
                <a:solidFill>
                  <a:schemeClr val="tx1"/>
                </a:solidFill>
              </a:rPr>
              <a:t> same </a:t>
            </a:r>
            <a:r>
              <a:rPr lang="de-DE" sz="800" dirty="0" err="1">
                <a:solidFill>
                  <a:schemeClr val="tx1"/>
                </a:solidFill>
              </a:rPr>
              <a:t>hatchblock</a:t>
            </a:r>
            <a:endParaRPr lang="de-DE" sz="800" dirty="0">
              <a:solidFill>
                <a:schemeClr val="tx1"/>
              </a:solidFill>
            </a:endParaRPr>
          </a:p>
        </p:txBody>
      </p:sp>
      <p:pic>
        <p:nvPicPr>
          <p:cNvPr id="93" name="Grafik 92" descr="Dokument Silhouette">
            <a:extLst>
              <a:ext uri="{FF2B5EF4-FFF2-40B4-BE49-F238E27FC236}">
                <a16:creationId xmlns:a16="http://schemas.microsoft.com/office/drawing/2014/main" id="{DF75EE1C-0698-57C5-8D5C-708324BA72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02050" y="6017088"/>
            <a:ext cx="764884" cy="764884"/>
          </a:xfrm>
          <a:prstGeom prst="rect">
            <a:avLst/>
          </a:prstGeom>
        </p:spPr>
      </p:pic>
      <p:sp>
        <p:nvSpPr>
          <p:cNvPr id="94" name="Textfeld 93">
            <a:extLst>
              <a:ext uri="{FF2B5EF4-FFF2-40B4-BE49-F238E27FC236}">
                <a16:creationId xmlns:a16="http://schemas.microsoft.com/office/drawing/2014/main" id="{9B39B505-D061-D79C-E943-BB9289285313}"/>
              </a:ext>
            </a:extLst>
          </p:cNvPr>
          <p:cNvSpPr txBox="1"/>
          <p:nvPr/>
        </p:nvSpPr>
        <p:spPr>
          <a:xfrm>
            <a:off x="8655350" y="5726206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.</a:t>
            </a:r>
            <a:r>
              <a:rPr lang="de-DE" dirty="0" err="1"/>
              <a:t>jcode</a:t>
            </a:r>
            <a:endParaRPr lang="de-DE" dirty="0"/>
          </a:p>
        </p:txBody>
      </p: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1582EF61-0181-D794-0DA4-E4A010A61E4F}"/>
              </a:ext>
            </a:extLst>
          </p:cNvPr>
          <p:cNvCxnSpPr>
            <a:cxnSpLocks/>
            <a:endCxn id="102" idx="1"/>
          </p:cNvCxnSpPr>
          <p:nvPr/>
        </p:nvCxnSpPr>
        <p:spPr>
          <a:xfrm flipV="1">
            <a:off x="9417375" y="6055097"/>
            <a:ext cx="1497881" cy="329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8610BFF7-260E-CE61-AFEB-4379615334C8}"/>
              </a:ext>
            </a:extLst>
          </p:cNvPr>
          <p:cNvCxnSpPr>
            <a:cxnSpLocks/>
            <a:endCxn id="107" idx="1"/>
          </p:cNvCxnSpPr>
          <p:nvPr/>
        </p:nvCxnSpPr>
        <p:spPr>
          <a:xfrm flipV="1">
            <a:off x="9417375" y="6387589"/>
            <a:ext cx="1497881" cy="11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CDFBEA98-2AB0-3CB9-E77E-BCA97F66F30C}"/>
              </a:ext>
            </a:extLst>
          </p:cNvPr>
          <p:cNvCxnSpPr>
            <a:cxnSpLocks/>
            <a:endCxn id="108" idx="1"/>
          </p:cNvCxnSpPr>
          <p:nvPr/>
        </p:nvCxnSpPr>
        <p:spPr>
          <a:xfrm>
            <a:off x="9417375" y="6411053"/>
            <a:ext cx="1497881" cy="287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Grafik 101" descr="Dokument Silhouette">
            <a:extLst>
              <a:ext uri="{FF2B5EF4-FFF2-40B4-BE49-F238E27FC236}">
                <a16:creationId xmlns:a16="http://schemas.microsoft.com/office/drawing/2014/main" id="{9FBF614C-0FC2-8D60-D916-D8CC84CC7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5256" y="5911186"/>
            <a:ext cx="287821" cy="287821"/>
          </a:xfrm>
          <a:prstGeom prst="rect">
            <a:avLst/>
          </a:prstGeom>
        </p:spPr>
      </p:pic>
      <p:sp>
        <p:nvSpPr>
          <p:cNvPr id="103" name="Textfeld 102">
            <a:extLst>
              <a:ext uri="{FF2B5EF4-FFF2-40B4-BE49-F238E27FC236}">
                <a16:creationId xmlns:a16="http://schemas.microsoft.com/office/drawing/2014/main" id="{EBA5CAAC-5702-9AD6-B8B5-98347B9D7323}"/>
              </a:ext>
            </a:extLst>
          </p:cNvPr>
          <p:cNvSpPr txBox="1"/>
          <p:nvPr/>
        </p:nvSpPr>
        <p:spPr>
          <a:xfrm>
            <a:off x="10707224" y="5631945"/>
            <a:ext cx="6355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.</a:t>
            </a:r>
            <a:r>
              <a:rPr lang="de-DE" sz="1200" dirty="0" err="1"/>
              <a:t>gcode</a:t>
            </a:r>
            <a:endParaRPr lang="de-DE" sz="1200" dirty="0"/>
          </a:p>
        </p:txBody>
      </p:sp>
      <p:pic>
        <p:nvPicPr>
          <p:cNvPr id="107" name="Grafik 106" descr="Dokument Silhouette">
            <a:extLst>
              <a:ext uri="{FF2B5EF4-FFF2-40B4-BE49-F238E27FC236}">
                <a16:creationId xmlns:a16="http://schemas.microsoft.com/office/drawing/2014/main" id="{A4AE3330-7817-8516-8956-1DF26CC20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5256" y="6243678"/>
            <a:ext cx="287821" cy="287821"/>
          </a:xfrm>
          <a:prstGeom prst="rect">
            <a:avLst/>
          </a:prstGeom>
        </p:spPr>
      </p:pic>
      <p:pic>
        <p:nvPicPr>
          <p:cNvPr id="108" name="Grafik 107" descr="Dokument Silhouette">
            <a:extLst>
              <a:ext uri="{FF2B5EF4-FFF2-40B4-BE49-F238E27FC236}">
                <a16:creationId xmlns:a16="http://schemas.microsoft.com/office/drawing/2014/main" id="{506C4CBD-AF14-BF43-EB68-E14DCDE8F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5256" y="6554963"/>
            <a:ext cx="287821" cy="287821"/>
          </a:xfrm>
          <a:prstGeom prst="rect">
            <a:avLst/>
          </a:prstGeom>
        </p:spPr>
      </p:pic>
      <p:sp>
        <p:nvSpPr>
          <p:cNvPr id="113" name="Rechteck 112">
            <a:extLst>
              <a:ext uri="{FF2B5EF4-FFF2-40B4-BE49-F238E27FC236}">
                <a16:creationId xmlns:a16="http://schemas.microsoft.com/office/drawing/2014/main" id="{2917ED21-03EB-947C-F200-084B19F5D6EF}"/>
              </a:ext>
            </a:extLst>
          </p:cNvPr>
          <p:cNvSpPr/>
          <p:nvPr/>
        </p:nvSpPr>
        <p:spPr>
          <a:xfrm>
            <a:off x="9592140" y="6048894"/>
            <a:ext cx="1115084" cy="60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List </a:t>
            </a:r>
            <a:r>
              <a:rPr lang="de-DE" sz="800" dirty="0" err="1">
                <a:solidFill>
                  <a:schemeClr val="tx1"/>
                </a:solidFill>
              </a:rPr>
              <a:t>of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pointers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to</a:t>
            </a:r>
            <a:r>
              <a:rPr lang="de-DE" sz="800" dirty="0">
                <a:solidFill>
                  <a:schemeClr val="tx1"/>
                </a:solidFill>
              </a:rPr>
              <a:t> .code </a:t>
            </a:r>
            <a:r>
              <a:rPr lang="de-DE" sz="800" dirty="0" err="1">
                <a:solidFill>
                  <a:schemeClr val="tx1"/>
                </a:solidFill>
              </a:rPr>
              <a:t>files</a:t>
            </a:r>
            <a:r>
              <a:rPr lang="de-DE" sz="800" dirty="0">
                <a:solidFill>
                  <a:schemeClr val="tx1"/>
                </a:solidFill>
              </a:rPr>
              <a:t> </a:t>
            </a:r>
            <a:r>
              <a:rPr lang="de-DE" sz="800" dirty="0" err="1">
                <a:solidFill>
                  <a:schemeClr val="tx1"/>
                </a:solidFill>
              </a:rPr>
              <a:t>with</a:t>
            </a:r>
            <a:r>
              <a:rPr lang="de-DE" sz="800" dirty="0">
                <a:solidFill>
                  <a:schemeClr val="tx1"/>
                </a:solidFill>
              </a:rPr>
              <a:t> extra </a:t>
            </a:r>
            <a:r>
              <a:rPr lang="de-DE" sz="800" dirty="0" err="1">
                <a:solidFill>
                  <a:schemeClr val="tx1"/>
                </a:solidFill>
              </a:rPr>
              <a:t>comands</a:t>
            </a:r>
            <a:r>
              <a:rPr lang="de-DE" sz="800" dirty="0">
                <a:solidFill>
                  <a:schemeClr val="tx1"/>
                </a:solidFill>
              </a:rPr>
              <a:t> in </a:t>
            </a:r>
            <a:r>
              <a:rPr lang="de-DE" sz="800" dirty="0" err="1">
                <a:solidFill>
                  <a:schemeClr val="tx1"/>
                </a:solidFill>
              </a:rPr>
              <a:t>between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73C2BB80-3E08-5EEF-5FEB-35B4364A48FC}"/>
              </a:ext>
            </a:extLst>
          </p:cNvPr>
          <p:cNvSpPr txBox="1"/>
          <p:nvPr/>
        </p:nvSpPr>
        <p:spPr>
          <a:xfrm>
            <a:off x="3291090" y="0"/>
            <a:ext cx="1397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b="1" dirty="0">
                <a:solidFill>
                  <a:schemeClr val="accent5"/>
                </a:solidFill>
              </a:rPr>
              <a:t>DATAHANDLER</a:t>
            </a:r>
          </a:p>
        </p:txBody>
      </p: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233DCBA7-AE94-80BD-B18F-7A2628DEEA50}"/>
              </a:ext>
            </a:extLst>
          </p:cNvPr>
          <p:cNvCxnSpPr>
            <a:cxnSpLocks/>
          </p:cNvCxnSpPr>
          <p:nvPr/>
        </p:nvCxnSpPr>
        <p:spPr>
          <a:xfrm>
            <a:off x="3404239" y="329881"/>
            <a:ext cx="1201822" cy="7132"/>
          </a:xfrm>
          <a:prstGeom prst="straightConnector1">
            <a:avLst/>
          </a:prstGeom>
          <a:ln>
            <a:solidFill>
              <a:schemeClr val="accent5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15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Microsoft Office PowerPoint</Application>
  <PresentationFormat>Breitbild</PresentationFormat>
  <Paragraphs>39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Zipfel</dc:creator>
  <cp:lastModifiedBy>Jonas Zipfel</cp:lastModifiedBy>
  <cp:revision>6</cp:revision>
  <dcterms:created xsi:type="dcterms:W3CDTF">2025-11-09T15:00:11Z</dcterms:created>
  <dcterms:modified xsi:type="dcterms:W3CDTF">2025-11-09T16:35:39Z</dcterms:modified>
</cp:coreProperties>
</file>